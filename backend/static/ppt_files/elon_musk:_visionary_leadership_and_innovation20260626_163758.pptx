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Elon Musk: Visionary Leadership and Innovation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Elon Musk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Pioneering entrepreneur and innovator</a:t>
            </a:r>
          </a:p>
          <a:p>
            <a:pPr lvl="2"/>
            <a:r>
              <a:t>Founder and leader of multiple groundbreaking companies</a:t>
            </a:r>
          </a:p>
          <a:p>
            <a:pPr lvl="2"/>
            <a:r>
              <a:t>Influences technology, transportation, and energy sectors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 and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Born in Pretoria, South Africa (1971)</a:t>
            </a:r>
          </a:p>
          <a:p>
            <a:pPr lvl="2"/>
            <a:r>
              <a:t>Displayed early interest in technology and computing</a:t>
            </a:r>
          </a:p>
          <a:p>
            <a:pPr lvl="2"/>
            <a:r>
              <a:t>Studied physics and economics at the University of Pennsylvania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Ventures: Zip2 and X.com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Co-founded Zip2, providing business directories and maps</a:t>
            </a:r>
          </a:p>
          <a:p>
            <a:pPr lvl="2"/>
            <a:r>
              <a:t>Sold Zip2 for nearly $300 million</a:t>
            </a:r>
          </a:p>
          <a:p>
            <a:pPr lvl="2"/>
            <a:r>
              <a:t>Founded X.com, an online payment company that became PayPal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Founding PayPal and Its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Revolutionized online financial transactions</a:t>
            </a:r>
          </a:p>
          <a:p>
            <a:pPr lvl="2"/>
            <a:r>
              <a:t>Acquired by eBay for $1.5 billion in stock</a:t>
            </a:r>
          </a:p>
          <a:p>
            <a:pPr lvl="2"/>
            <a:r>
              <a:t>Set the stage for future innovations in fintech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Birth of SpaceX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Founded in 2002 to reduce space transportation costs</a:t>
            </a:r>
          </a:p>
          <a:p>
            <a:pPr lvl="2"/>
            <a:r>
              <a:t>Achieved first privately-funded spacecraft to reach orbit</a:t>
            </a:r>
          </a:p>
          <a:p>
            <a:pPr lvl="2"/>
            <a:r>
              <a:t>Pioneering reusable rocket 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Tesla: Revolutionizing Electric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Founded in 2003 to accelerate EV adoption</a:t>
            </a:r>
          </a:p>
          <a:p>
            <a:pPr lvl="2"/>
            <a:r>
              <a:t>Popularized mass-market electric cars with innovative technology</a:t>
            </a:r>
          </a:p>
          <a:p>
            <a:pPr lvl="2"/>
            <a:r>
              <a:t>Pushed the auto industry toward sustainable transportation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Neuralink and Brain-Computer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Founded to develop neural interface technology</a:t>
            </a:r>
          </a:p>
          <a:p>
            <a:pPr lvl="2"/>
            <a:r>
              <a:t>Aim to treat neurological conditions and enhance human cognition</a:t>
            </a:r>
          </a:p>
          <a:p>
            <a:pPr lvl="2"/>
            <a:r>
              <a:t>Potentially transformative for medicine and human-AI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Boring Company and Urban Transportation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Established to alleviate urban congestion</a:t>
            </a:r>
          </a:p>
          <a:p>
            <a:pPr lvl="2"/>
            <a:r>
              <a:t>Develops underground tunnel solutions and Hyperloop concepts</a:t>
            </a:r>
          </a:p>
          <a:p>
            <a:pPr lvl="2"/>
            <a:r>
              <a:t>Focuses on scalable, high-speed transit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Innovative Leadership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Combines technical expertise with visionary ambition</a:t>
            </a:r>
          </a:p>
          <a:p>
            <a:pPr lvl="2"/>
            <a:r>
              <a:t>Encourages rapid innovation and risk-taking</a:t>
            </a:r>
          </a:p>
          <a:p>
            <a:pPr lvl="2"/>
            <a:r>
              <a:t>Maintains rigorous focus on disruptive solutions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Achievements and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First privately-funded spacecraft to reach orbit (Falcon 1)</a:t>
            </a:r>
          </a:p>
          <a:p>
            <a:pPr lvl="2"/>
            <a:r>
              <a:t>Mass adoption of electric vehicles by Tesla</a:t>
            </a:r>
          </a:p>
          <a:p>
            <a:pPr lvl="2"/>
            <a:r>
              <a:t>Advancement of reusable rocket technology</a:t>
            </a:r>
          </a:p>
          <a:p>
            <a:pPr lvl="2"/>
            <a:r>
              <a:t>Progress in brain-machine interfaces and urban transit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Controversies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Management style and public communication</a:t>
            </a:r>
          </a:p>
          <a:p>
            <a:pPr lvl="2"/>
            <a:r>
              <a:t>Technical and funding hurdles in projects</a:t>
            </a:r>
          </a:p>
          <a:p>
            <a:pPr lvl="2"/>
            <a:r>
              <a:t>Regulatory and environmental concerns</a:t>
            </a:r>
          </a:p>
          <a:p>
            <a:pPr lvl="2"/>
            <a:r>
              <a:t>Social and ethical debates around emerging tech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Elon Musk’s 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Make humans a multiplanetary species through Mars colonization</a:t>
            </a:r>
          </a:p>
          <a:p>
            <a:pPr lvl="2"/>
            <a:r>
              <a:t>Achieve sustainable energy with advanced solar and battery tech</a:t>
            </a:r>
          </a:p>
          <a:p>
            <a:pPr lvl="2"/>
            <a:r>
              <a:t>Integrate AI with human cognition for enhanced intelligence</a:t>
            </a:r>
          </a:p>
          <a:p>
            <a:pPr lvl="2"/>
            <a:r>
              <a:t>Transform urban mobility and infrastructure globally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Technology and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Accelerated innovation across multiple sectors</a:t>
            </a:r>
          </a:p>
          <a:p>
            <a:pPr lvl="2"/>
            <a:r>
              <a:t>Changed how industries approach sustainability</a:t>
            </a:r>
          </a:p>
          <a:p>
            <a:pPr lvl="2"/>
            <a:r>
              <a:t>Increased public awareness of space and AI topics</a:t>
            </a:r>
          </a:p>
          <a:p>
            <a:pPr lvl="2"/>
            <a:r>
              <a:t>Inspired a new generation of entrepreneurs and engineers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from Elon Musk's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Visionary leadership drives disruptive change</a:t>
            </a:r>
          </a:p>
          <a:p>
            <a:pPr lvl="2"/>
            <a:r>
              <a:t>Resilience amidst setbacks is crucial for success</a:t>
            </a:r>
          </a:p>
          <a:p>
            <a:pPr lvl="2"/>
            <a:r>
              <a:t>Cross-disciplinary expertise accelerates innovation</a:t>
            </a:r>
          </a:p>
          <a:p>
            <a:pPr lvl="2"/>
            <a:r>
              <a:t>Bold goals can redefine industry standards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2"/>
            <a:r>
              <a:t>Elon Musk exemplifies visionary leadership in technology</a:t>
            </a:r>
          </a:p>
          <a:p>
            <a:pPr lvl="2"/>
            <a:r>
              <a:t>His ventures continue to shape the future</a:t>
            </a:r>
          </a:p>
          <a:p>
            <a:pPr lvl="2"/>
            <a:r>
              <a:t>Open for 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