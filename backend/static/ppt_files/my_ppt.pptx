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Use of AI in the Healthcare Sector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Slide: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The Use of AI in the Healthcare Sector</a:t>
            </a:r>
          </a:p>
          <a:p>
            <a:pPr lvl="2"/>
            <a:r>
              <a:t>Presentation Date and Presenter Name</a:t>
            </a:r>
          </a:p>
          <a:p>
            <a:pPr lvl="2"/>
            <a:r>
              <a:t>Setting the stage for AI-driven healthcare innovations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Overview of AI's evolving role in healthcare</a:t>
            </a:r>
          </a:p>
          <a:p>
            <a:pPr lvl="2"/>
            <a:r>
              <a:t>Objectives: highlight technology impacts, challenges, and future prospects</a:t>
            </a:r>
          </a:p>
          <a:p>
            <a:pPr lvl="2"/>
            <a:r>
              <a:t>Aligning AI advancements with healthcare transformation 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Definition and core capabilities of AI</a:t>
            </a:r>
          </a:p>
          <a:p>
            <a:pPr lvl="2"/>
            <a:r>
              <a:t>Types: Narrow AI, General AI, and Emerging trends</a:t>
            </a:r>
          </a:p>
          <a:p>
            <a:pPr lvl="2"/>
            <a:r>
              <a:t>Key components: machine learning, natural language processing, computer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of Healthcare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Rapid technological adoption amid rising healthcare demands</a:t>
            </a:r>
          </a:p>
          <a:p>
            <a:pPr lvl="2"/>
            <a:r>
              <a:t>Existing challenges: resource constraints, diagnostic limitations</a:t>
            </a:r>
          </a:p>
          <a:p>
            <a:pPr lvl="2"/>
            <a:r>
              <a:t>Need for innovative solutions to enhance efficiency and patient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AI Technologies Transforming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Machine Learning and Deep Learning for data analysis</a:t>
            </a:r>
          </a:p>
          <a:p>
            <a:pPr lvl="2"/>
            <a:r>
              <a:t>Natural Language Processing for patient interactions</a:t>
            </a:r>
          </a:p>
          <a:p>
            <a:pPr lvl="2"/>
            <a:r>
              <a:t>Computer Vision for medical imaging interpretation</a:t>
            </a:r>
          </a:p>
          <a:p>
            <a:pPr lvl="2"/>
            <a:r>
              <a:t>Robotics for surgeries and logistics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Medical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Improved accuracy in disease detection</a:t>
            </a:r>
          </a:p>
          <a:p>
            <a:pPr lvl="2"/>
            <a:r>
              <a:t>Assisting radiologists with image analysis</a:t>
            </a:r>
          </a:p>
          <a:p>
            <a:pPr lvl="2"/>
            <a:r>
              <a:t>Early diagnosis through predictive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 Personalized Medicine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Tailoring treatments to individual genetic profiles</a:t>
            </a:r>
          </a:p>
          <a:p>
            <a:pPr lvl="2"/>
            <a:r>
              <a:t>Predicting patient-specific responses</a:t>
            </a:r>
          </a:p>
          <a:p>
            <a:pPr lvl="2"/>
            <a:r>
              <a:t>Enhancing treatment effectiveness and reducing adverse effects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Patient Monitoring and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Continuous remote monitoring via wearable devices</a:t>
            </a:r>
          </a:p>
          <a:p>
            <a:pPr lvl="2"/>
            <a:r>
              <a:t>Real-time alerts for deteriorating conditions</a:t>
            </a:r>
          </a:p>
          <a:p>
            <a:pPr lvl="2"/>
            <a:r>
              <a:t>AI-enabled virtual health assistants for triage and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Drug Discovery and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Accelerating compound screening and validation</a:t>
            </a:r>
          </a:p>
          <a:p>
            <a:pPr lvl="2"/>
            <a:r>
              <a:t>Reducing time and costs in clinical trials</a:t>
            </a:r>
          </a:p>
          <a:p>
            <a:pPr lvl="2"/>
            <a:r>
              <a:t>Enabling precision in target identification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Data privacy and security concerns</a:t>
            </a:r>
          </a:p>
          <a:p>
            <a:pPr lvl="2"/>
            <a:r>
              <a:t>Bias and fairness in AI algorithms</a:t>
            </a:r>
          </a:p>
          <a:p>
            <a:pPr lvl="2"/>
            <a:r>
              <a:t>Ensuring transparency and explainability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Frameworks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Adapting policies for AI innovation</a:t>
            </a:r>
          </a:p>
          <a:p>
            <a:pPr lvl="2"/>
            <a:r>
              <a:t>Standards for safety, efficacy, and accountability</a:t>
            </a:r>
          </a:p>
          <a:p>
            <a:pPr lvl="2"/>
            <a:r>
              <a:t>Global regulatory landscape and best practices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 and 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AI-powered radiology detection platforms</a:t>
            </a:r>
          </a:p>
          <a:p>
            <a:pPr lvl="2"/>
            <a:r>
              <a:t>Predictive analytics reducing hospital readmissions</a:t>
            </a:r>
          </a:p>
          <a:p>
            <a:pPr lvl="2"/>
            <a:r>
              <a:t>AI-assisted robotic surgeries demonstrating clinical efficacy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Integration of AI with IoT and big data</a:t>
            </a:r>
          </a:p>
          <a:p>
            <a:pPr lvl="2"/>
            <a:r>
              <a:t>Advancements in autonomous diagnostics</a:t>
            </a:r>
          </a:p>
          <a:p>
            <a:pPr lvl="2"/>
            <a:r>
              <a:t>Expanding AI access to underserved regions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Implementation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Identifying key areas for AI integration</a:t>
            </a:r>
          </a:p>
          <a:p>
            <a:pPr lvl="2"/>
            <a:r>
              <a:t>Building cross-disciplinary teams and partnerships</a:t>
            </a:r>
          </a:p>
          <a:p>
            <a:pPr lvl="2"/>
            <a:r>
              <a:t>Ensuring change management and staff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AI is revolutionizing healthcare with significant potential</a:t>
            </a:r>
          </a:p>
          <a:p>
            <a:pPr lvl="2"/>
            <a:r>
              <a:t>Addressing challenges and ethical issues is critical</a:t>
            </a:r>
          </a:p>
          <a:p>
            <a:pPr lvl="2"/>
            <a:r>
              <a:t>Strategic adoption can improve outcomes and operational efficiency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Open floor for questions and insights</a:t>
            </a:r>
          </a:p>
          <a:p>
            <a:pPr lvl="2"/>
            <a:r>
              <a:t>Encourage dialogue on AI implementation challenges</a:t>
            </a:r>
          </a:p>
          <a:p>
            <a:pPr lvl="2"/>
            <a:r>
              <a:t>Discuss future collaboration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