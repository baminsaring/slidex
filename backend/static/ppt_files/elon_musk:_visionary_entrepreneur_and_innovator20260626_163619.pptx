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Elon Musk: Visionary Entrepreneur and Innovator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Overview of Elon Musk: a pioneering entrepreneur shaping future technologies</a:t>
            </a:r>
          </a:p>
          <a:p>
            <a:pPr lvl="2"/>
            <a:r>
              <a:t>Renowned for transformative ventures across aerospace, automotive, and neuroscience</a:t>
            </a:r>
          </a:p>
          <a:p>
            <a:pPr lvl="2"/>
            <a:r>
              <a:t>Purpose: to explore his life, leadership, and impact on global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and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Born in Pretoria, South Africa in 1971</a:t>
            </a:r>
          </a:p>
          <a:p>
            <a:pPr lvl="2"/>
            <a:r>
              <a:t>Showed early interest in technology and entrepreneurship</a:t>
            </a:r>
          </a:p>
          <a:p>
            <a:pPr lvl="2"/>
            <a:r>
              <a:t>Education: University of Pretoria, University of Pennsylvania, Stanford briefly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Beginnings and Initial Ventures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Founded Zip2 and X.com (which became PayPal), early success in online services</a:t>
            </a:r>
          </a:p>
          <a:p>
            <a:pPr lvl="2"/>
            <a:r>
              <a:t>Gained reputation for innovative approach and risk-taking</a:t>
            </a:r>
          </a:p>
          <a:p>
            <a:pPr lvl="2"/>
            <a:r>
              <a:t>Recognized as a disruptor in digital payments and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Co-Founding PayPal and Early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Established X.com in 1999, pioneering online financial services</a:t>
            </a:r>
          </a:p>
          <a:p>
            <a:pPr lvl="2"/>
            <a:r>
              <a:t>Merged with Confinity to form PayPal, revolutionizing digital payments</a:t>
            </a:r>
          </a:p>
          <a:p>
            <a:pPr lvl="2"/>
            <a:r>
              <a:t>Achieved significant valuation and acquired by eBay in 2002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Founding SpaceX: Mission and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Founded SpaceX in 2002 to reduce space transportation costs</a:t>
            </a:r>
          </a:p>
          <a:p>
            <a:pPr lvl="2"/>
            <a:r>
              <a:t>Achieved milestones: first privately-funded spacecraft to reach orbit</a:t>
            </a:r>
          </a:p>
          <a:p>
            <a:pPr lvl="2"/>
            <a:r>
              <a:t>Developed reusable rockets, enabling affordable space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 Inc.: Revolutionizing Electric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Joined Tesla Motors in 2004 with a vision for sustainable transportation</a:t>
            </a:r>
          </a:p>
          <a:p>
            <a:pPr lvl="2"/>
            <a:r>
              <a:t>Pioneered mass-market electric cars with high performance and safety</a:t>
            </a:r>
          </a:p>
          <a:p>
            <a:pPr lvl="2"/>
            <a:r>
              <a:t>Expanded global presence and accelerated EV adoption industry-wide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Innovative Ventures (Neuralink, Boring Company)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Neuralink aims to develop brain-machine interfaces for medical and augmentative purposes</a:t>
            </a:r>
          </a:p>
          <a:p>
            <a:pPr lvl="2"/>
            <a:r>
              <a:t>The Boring Company focuses on tunnel infrastructure to alleviate urban congestion</a:t>
            </a:r>
          </a:p>
          <a:p>
            <a:pPr lvl="2"/>
            <a:r>
              <a:t>Continuing to explore frontier technologies with long-term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Style and Business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Emphasizes innovation, high risk tolerance, and relentless problem-solving</a:t>
            </a:r>
          </a:p>
          <a:p>
            <a:pPr lvl="2"/>
            <a:r>
              <a:t>Favors vertical integration and long-term vision over short-term gains</a:t>
            </a:r>
          </a:p>
          <a:p>
            <a:pPr lvl="2"/>
            <a:r>
              <a:t>Values audacious goals and continuous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Technology and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Transformed automotive, aerospace, and renewable energy sectors</a:t>
            </a:r>
          </a:p>
          <a:p>
            <a:pPr lvl="2"/>
            <a:r>
              <a:t>Set new standards for electric vehicle performance and space travel</a:t>
            </a:r>
          </a:p>
          <a:p>
            <a:pPr lvl="2"/>
            <a:r>
              <a:t>Inspired a new wave of technological innovation and startup culture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Controversies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Faced criticism over labor practices, management style, and communication</a:t>
            </a:r>
          </a:p>
          <a:p>
            <a:pPr lvl="2"/>
            <a:r>
              <a:t>Encountered technical setbacks and project delays</a:t>
            </a:r>
          </a:p>
          <a:p>
            <a:pPr lvl="2"/>
            <a:r>
              <a:t>Managed reputation amidst public scrutiny and regulatory hurdles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 and Strategic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Pursues Mars colonization and interplanetary settlement</a:t>
            </a:r>
          </a:p>
          <a:p>
            <a:pPr lvl="2"/>
            <a:r>
              <a:t>Advances sustainable energy through Tesla and SolarCity</a:t>
            </a:r>
          </a:p>
          <a:p>
            <a:pPr lvl="2"/>
            <a:r>
              <a:t>Invests in AI, neurotechnology, and infrastructure to shape future industries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Philanthropic Efforts and 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Engages in initiatives addressing renewable energy, education, and healthcare</a:t>
            </a:r>
          </a:p>
          <a:p>
            <a:pPr lvl="2"/>
            <a:r>
              <a:t>Charity contributions focus on climate change and science education</a:t>
            </a:r>
          </a:p>
          <a:p>
            <a:pPr lvl="2"/>
            <a:r>
              <a:t>Promotes technologies aimed at global societal challenges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Lessons from Elon Musk’s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Combine visionary thinking with rigorous execution</a:t>
            </a:r>
          </a:p>
          <a:p>
            <a:pPr lvl="2"/>
            <a:r>
              <a:t>Embrace risk and learn from failures</a:t>
            </a:r>
          </a:p>
          <a:p>
            <a:pPr lvl="2"/>
            <a:r>
              <a:t>Persist through challenges to achieve transformative goals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Elon Musk exemplifies innovative leadership at the intersection of technology and vision</a:t>
            </a:r>
          </a:p>
          <a:p>
            <a:pPr lvl="2"/>
            <a:r>
              <a:t>His ventures have redefined multiple industries and inspired global progress</a:t>
            </a:r>
          </a:p>
          <a:p>
            <a:pPr lvl="2"/>
            <a:r>
              <a:t>Continuous evolution and resilience remain central to his legacy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